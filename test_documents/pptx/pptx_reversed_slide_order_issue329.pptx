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94"/>
  </p:normalViewPr>
  <p:slideViewPr>
    <p:cSldViewPr snapToGrid="0">
      <p:cViewPr varScale="1">
        <p:scale>
          <a:sx n="95" d="100"/>
          <a:sy n="95" d="100"/>
        </p:scale>
        <p:origin x="20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2D13C2-7822-BD77-B866-4AB76AFF7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EAFB9BB-FEF3-CABB-BE78-9C229E7DA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A6AC6D-4583-61CB-DC9F-82732A3BB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009DD-41B3-764B-A771-518B949AE06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6DECB9-FA71-78EC-690A-1CA8EEF78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783230-1554-AAC1-4735-5D7A9F41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44D0-4A4B-534D-8032-1E72359CC1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5717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334BD-53DE-B57D-EE5E-109F0241A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2DC6B3-5EAC-26A8-6C4F-63A2C30ED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38274E-8250-0854-435E-D17F768FA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009DD-41B3-764B-A771-518B949AE06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96E2CA-72DC-5D27-D114-6E34CD9D9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8B3E-2E07-B546-0A8E-E08BABB1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44D0-4A4B-534D-8032-1E72359CC1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3274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16542F-F92B-A328-18A3-70E490DD9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DAE8C1-C7CB-781D-7BB5-C6EB94F05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3A372D-7B49-B3B7-78F3-21A5822FD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009DD-41B3-764B-A771-518B949AE06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CAA342-C9B5-8730-EDD2-3A01F923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999E8D-0E8D-C435-2CF5-C0A99769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44D0-4A4B-534D-8032-1E72359CC1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370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15D154-1779-E5A1-839E-31C9F4451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02B184-D77B-3453-AD60-C985C7CF8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0C4FDBA-913C-DF7D-3AAA-E43F05E76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1869D0-6104-5D7F-32F4-DF1708310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009DD-41B3-764B-A771-518B949AE06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0CFBD4-CB19-84FA-7599-6A58B2E3C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C483C3-D78D-72C3-0B06-54C36F7A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44D0-4A4B-534D-8032-1E72359CC1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846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D3172C-4225-3C16-B4EB-ECE263F9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E3FE7A-98BF-B8F5-167D-F1966B2D1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0A8EC1B-2094-75CC-AEF9-3678C466D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EFD2FB3-5966-1756-851A-453571C07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9DA21C9-76DB-0747-302C-9A48A6821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E00E158-E4E9-9846-2CC1-54389D6FE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009DD-41B3-764B-A771-518B949AE06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B5B919B-D8A5-8593-D433-16A5EA5A1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FB4A40-F3BE-06F0-C110-441A3868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44D0-4A4B-534D-8032-1E72359CC1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2874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5B310-D97E-4B53-71F2-6413C3BE7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C5332EC-423E-81AE-5EE2-625FDA74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009DD-41B3-764B-A771-518B949AE06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C678DC9-B576-89EF-AD86-E2B9DAAA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D96F73-512B-9B2E-E2E4-BDBF17B39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44D0-4A4B-534D-8032-1E72359CC1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7079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097140F-753C-4F90-6EA2-41B29A41C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009DD-41B3-764B-A771-518B949AE06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A30991-16C0-DEA3-3E9F-185409FE9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2C3549-15E6-FE2A-A0F7-73BB9FA54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44D0-4A4B-534D-8032-1E72359CC1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877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55B479-46E3-6393-37F2-C22B5CE50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3C8E4B-811C-5CB7-2D92-E1F45A903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4476A3-68AA-CD4A-3FA8-FFCA87834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019F83-1A5B-B3F6-F88C-005FEB8A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009DD-41B3-764B-A771-518B949AE06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5A72B32-F899-59FA-F924-EB73B9E3B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D1CBF3-1CC5-D3AF-F1BF-543F3DDCB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44D0-4A4B-534D-8032-1E72359CC1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0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04F7A6-33A6-ABAA-4218-49BB83620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3533A5A-65FB-0C86-403D-5E2925D48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D089AFB-215B-61EC-5E6F-5E6750952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20F4D37-366C-3D8A-18AF-3582AC89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009DD-41B3-764B-A771-518B949AE06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C9D5DE-9145-8BC5-3D64-B1C5A8579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180601-02D1-5428-0194-395D367D3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44D0-4A4B-534D-8032-1E72359CC1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4118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72C998-D84D-9DA7-EA82-5B7677FEB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6939AC-A699-2235-E1FB-7338D0F2B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CE68E9-6DD4-B360-2814-889E39176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009DD-41B3-764B-A771-518B949AE06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CCC3F9-1A29-FDDE-26BA-B302004FC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66C637-CD0E-7004-2DE7-0E494C58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44D0-4A4B-534D-8032-1E72359CC1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3521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85BE566-A530-DBB9-7590-91CCE14E2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2C84084-432D-5953-A051-E18BB3837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4A431E-E7AD-A269-0101-8B126473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009DD-41B3-764B-A771-518B949AE06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8CA72A-DC22-037F-8F69-D6E62B359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F12A11-AE8E-10B3-C8E0-07F95B2F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44D0-4A4B-534D-8032-1E72359CC1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959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1052B28-3390-6532-77A8-9794EA99D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8C63E6-9240-A5D0-E011-B52D91C8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8F02A0-0E65-721C-4608-1B4328C44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009DD-41B3-764B-A771-518B949AE06E}" type="datetimeFigureOut">
              <a:rPr lang="de-DE" smtClean="0"/>
              <a:t>27.01.26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A49912-85E4-C2F2-C37C-51452B707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BF9CE1-03BD-87B1-C7E2-AAE7A5578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444D0-4A4B-534D-8032-1E72359CC1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4031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3B973-92AC-FAA7-22E9-B7C25EFC18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5ED73E-7BBC-D080-304F-0EF762647C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 descr="Ein Bild, das Wolke, Wasser, Himmel, draußen enthält.&#10;&#10;KI-generierte Inhalte können fehlerhaft sein.">
            <a:extLst>
              <a:ext uri="{FF2B5EF4-FFF2-40B4-BE49-F238E27FC236}">
                <a16:creationId xmlns:a16="http://schemas.microsoft.com/office/drawing/2014/main" id="{6E832810-5200-5272-C3BB-F57F43F6A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012" y="573372"/>
            <a:ext cx="7772400" cy="51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6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D0C2E-268E-737A-BB20-E3A3A7014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642777-D06F-CC42-ED5D-0A16CB707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7720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Tizian Roth</dc:creator>
  <cp:lastModifiedBy>Tizian Roth</cp:lastModifiedBy>
  <cp:revision>1</cp:revision>
  <dcterms:created xsi:type="dcterms:W3CDTF">2026-01-27T09:01:01Z</dcterms:created>
  <dcterms:modified xsi:type="dcterms:W3CDTF">2026-01-27T09:01:40Z</dcterms:modified>
</cp:coreProperties>
</file>